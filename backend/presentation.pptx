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406400" y="304800"/>
            <a:ext cx="8331200" cy="889000"/>
          </a:xfrm>
          <a:prstGeom prst="rect">
            <a:avLst/>
          </a:prstGeom>
        </p:spPr>
        <p:txBody>
          <a:bodyPr anchor="ctr" rtlCol="false" wrap="squar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400" b="true"/>
              <a:t>Rohit Sharma: The Rise of a Cricketing Icon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1524000"/>
            <a:ext cx="7620000" cy="4699000"/>
          </a:xfrm>
          <a:prstGeom prst="rect">
            <a:avLst/>
          </a:prstGeom>
        </p:spPr>
        <p:txBody>
          <a:bodyPr anchor="t" rtlCol="false" wrap="square" lIns="127000" rIns="127000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Rohit Sharma is an Indian international cricketer and former captain of the Indian national team.</a:t>
            </a:r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He is known for his aggressive batting style and ability to score big centuries in limited-overs cricket.</a:t>
            </a:r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Rohit has been a key player in India's success in international cricket, particularly in the ICC World Cup.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406400" y="304800"/>
            <a:ext cx="8331200" cy="889000"/>
          </a:xfrm>
          <a:prstGeom prst="rect">
            <a:avLst/>
          </a:prstGeom>
        </p:spPr>
        <p:txBody>
          <a:bodyPr anchor="ctr" rtlCol="false" wrap="squar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400" b="true"/>
              <a:t>Early Life and Career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1524000"/>
            <a:ext cx="7620000" cy="4699000"/>
          </a:xfrm>
          <a:prstGeom prst="rect">
            <a:avLst/>
          </a:prstGeom>
        </p:spPr>
        <p:txBody>
          <a:bodyPr anchor="t" rtlCol="false" wrap="square" lIns="127000" rIns="127000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Rohit Sharma was born on April 30, 1987, in Banswada, Maharashtra, India.</a:t>
            </a:r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He started playing cricket at a young age and was selected for the Indian under-15 team in 2002.</a:t>
            </a:r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Rohit made his first-class debut for the Mumbai team in 2005 and quickly established himself as a talented batsman.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406400" y="304800"/>
            <a:ext cx="8331200" cy="889000"/>
          </a:xfrm>
          <a:prstGeom prst="rect">
            <a:avLst/>
          </a:prstGeom>
        </p:spPr>
        <p:txBody>
          <a:bodyPr anchor="ctr" rtlCol="false" wrap="squar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400" b="true"/>
              <a:t>International Career Highlights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1524000"/>
            <a:ext cx="7620000" cy="4699000"/>
          </a:xfrm>
          <a:prstGeom prst="rect">
            <a:avLst/>
          </a:prstGeom>
        </p:spPr>
        <p:txBody>
          <a:bodyPr anchor="t" rtlCol="false" wrap="square" lIns="127000" rIns="127000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Rohit made his international debut for India in 2007 and quickly became a regular member of the team.</a:t>
            </a:r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He has scored over 10,000 runs in international cricket, including 35 centuries and 63 half-centuries.</a:t>
            </a:r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Rohit has also been an integral part of India's success in the ICC World Cup, scoring crucial centuries in the 2011 and 2019 tournaments.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406400" y="304800"/>
            <a:ext cx="8331200" cy="889000"/>
          </a:xfrm>
          <a:prstGeom prst="rect">
            <a:avLst/>
          </a:prstGeom>
        </p:spPr>
        <p:txBody>
          <a:bodyPr anchor="ctr" rtlCol="false" wrap="squar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400" b="true"/>
              <a:t>Captaincy and Leadership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1524000"/>
            <a:ext cx="7620000" cy="4699000"/>
          </a:xfrm>
          <a:prstGeom prst="rect">
            <a:avLst/>
          </a:prstGeom>
        </p:spPr>
        <p:txBody>
          <a:bodyPr anchor="t" rtlCol="false" wrap="square" lIns="127000" rIns="127000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Rohit Sharma took over as the captain of the Indian national team in 2021, replacing Virat Kohli.</a:t>
            </a:r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He has led the team to several victories, including a series win in England and a home series win against South Africa.</a:t>
            </a:r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Rohit's leadership has been praised for his ability to motivate the team and make strategic decisions under pressure.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406400" y="304800"/>
            <a:ext cx="8331200" cy="889000"/>
          </a:xfrm>
          <a:prstGeom prst="rect">
            <a:avLst/>
          </a:prstGeom>
        </p:spPr>
        <p:txBody>
          <a:bodyPr anchor="ctr" rtlCol="false" wrap="squar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400" b="true"/>
              <a:t>Awards and Achievements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1524000"/>
            <a:ext cx="7620000" cy="4699000"/>
          </a:xfrm>
          <a:prstGeom prst="rect">
            <a:avLst/>
          </a:prstGeom>
        </p:spPr>
        <p:txBody>
          <a:bodyPr anchor="t" rtlCol="false" wrap="square" lIns="127000" rIns="127000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Rohit Sharma has won numerous awards and accolades throughout his career, including the ICC Cricketer of the Year award in 2019.</a:t>
            </a:r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He has also been named the Indian Cricketer of the Year on multiple occasions.</a:t>
            </a:r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Rohit has been recognized for his contributions to Indian cricket, including being awarded the Padma Shri, India's fourth-highest civilian h...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406400" y="304800"/>
            <a:ext cx="8331200" cy="889000"/>
          </a:xfrm>
          <a:prstGeom prst="rect">
            <a:avLst/>
          </a:prstGeom>
        </p:spPr>
        <p:txBody>
          <a:bodyPr anchor="ctr" rtlCol="false" wrap="squar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ctr"/>
            <a:r>
              <a:rPr lang="en-US" sz="3400" b="true"/>
              <a:t>Legacy and Impact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1524000"/>
            <a:ext cx="7620000" cy="4699000"/>
          </a:xfrm>
          <a:prstGeom prst="rect">
            <a:avLst/>
          </a:prstGeom>
        </p:spPr>
        <p:txBody>
          <a:bodyPr anchor="t" rtlCol="false" wrap="square" lIns="127000" rIns="127000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Rohit Sharma's impact on Indian cricket cannot be overstated, with his aggressive batting style and leadership inspiring a new generation of...</a:t>
            </a:r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He has been a key player in India's success in international cricket and has helped to popularize the sport in India.</a:t>
            </a:r>
          </a:p>
          <a:p>
            <a:pPr algn="l" marL="381000" indent="-152400">
              <a:lnSpc>
                <a:spcPct val="110000"/>
              </a:lnSpc>
              <a:spcAft>
                <a:spcPct val="10000"/>
              </a:spcAft>
              <a:buFont typeface="Arial"/>
              <a:buChar char="•"/>
            </a:pPr>
            <a:r>
              <a:rPr lang="en-US" sz="2400"/>
              <a:t>Rohit's legacy will continue to be felt for years to come, with his contributions to Indian cricket cementing his place as one of the greate...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