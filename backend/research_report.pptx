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2413000"/>
            <a:ext cx="6604000" cy="2032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4800" b="true">
                <a:solidFill>
                  <a:srgbClr val="0066CC"/>
                </a:solidFill>
              </a:rPr>
              <a:t>Research Report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A research report is a detailed document summarizing research findings.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provides an overview of the research methodology and results.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aims to inform and educate the audience.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Research Objectives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primary objective of a research report is to present research findings.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aims to answer specific research questions or hypotheses.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provides a clear and concise summary of the research.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Research Methodology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3302000" cy="406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4572000" y="1778000"/>
            <a:ext cx="3556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The research methodology involves data collection and analysis.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It includes the selection of research participants and data collection tools.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The report outlines the data analysis procedures used.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Data Analysis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Data analysis involves the examination and interpretation of data.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includes the use of statistical techniques and data visualization tools.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presents the findings and conclusions drawn from the data.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Research Limitations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3302000" cy="406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4572000" y="1778000"/>
            <a:ext cx="3556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Research limitations refer to the constraints of the study.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It includes the potential biases and limitations of the research design.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The report acknowledges the limitations and suggests future research directions.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research report concludes by summarizing the main findings.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highlights the implications of the research and its contributions.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suggests future research directions and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Recommendations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3302000" cy="406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4572000" y="1778000"/>
            <a:ext cx="3556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The research report provides recommendations for future research.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It suggests potential applications and implications of the research findings.</a:t>
            </a:r>
          </a:p>
          <a:p>
            <a:pPr>
              <a:buFont typeface="Arial"/>
              <a:buChar char="•"/>
            </a:pPr>
            <a:r>
              <a:rPr lang="en-US" sz="2200">
                <a:solidFill>
                  <a:srgbClr val="404040"/>
                </a:solidFill>
              </a:rPr>
              <a:t>The report highlights the need for further research in the area.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Future Research Directions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Future research directions involve the exploration of new research questions.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includes the development of new research methodologies and tools.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suggests potential areas for future research and investigation.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889000"/>
          </a:xfrm>
          <a:prstGeom prst="rect">
            <a:avLst/>
          </a:prstGeom>
        </p:spPr>
        <p:txBody>
          <a:bodyPr anchor="ctr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0066CC"/>
                </a:solidFill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651000"/>
            <a:ext cx="71120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research report includes a list of references cited in the report.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It provides a detailed bibliography of sources used in the research.</a:t>
            </a:r>
          </a:p>
          <a:p>
            <a:pPr marL="381000" indent="-127000">
              <a:buFont typeface="Arial"/>
              <a:buChar char="•"/>
            </a:pPr>
            <a:r>
              <a:rPr lang="en-US" sz="2400">
                <a:solidFill>
                  <a:srgbClr val="404040"/>
                </a:solidFill>
              </a:rPr>
              <a:t>The report adheres to a specific citation style and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